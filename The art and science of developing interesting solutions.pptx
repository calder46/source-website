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6" r:id="rId5"/>
    <p:sldId id="263" r:id="rId6"/>
    <p:sldId id="264" r:id="rId7"/>
    <p:sldId id="265" r:id="rId8"/>
    <p:sldId id="2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643470-190C-4FB5-886C-3CE6C328B233}" v="62" dt="2026-10-10T01:19:48.1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2" d="100"/>
          <a:sy n="52" d="100"/>
        </p:scale>
        <p:origin x="56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not tellingyouthat" userId="eb6948bf3582b151" providerId="LiveId" clId="{0790150D-C5A1-4F69-B22D-9782578A233B}"/>
    <pc:docChg chg="undo custSel addSld delSld modSld sldOrd">
      <pc:chgData name="imnot tellingyouthat" userId="eb6948bf3582b151" providerId="LiveId" clId="{0790150D-C5A1-4F69-B22D-9782578A233B}" dt="2026-10-10T01:20:13.777" v="1462" actId="20577"/>
      <pc:docMkLst>
        <pc:docMk/>
      </pc:docMkLst>
      <pc:sldChg chg="addSp delSp modSp mod setBg addAnim">
        <pc:chgData name="imnot tellingyouthat" userId="eb6948bf3582b151" providerId="LiveId" clId="{0790150D-C5A1-4F69-B22D-9782578A233B}" dt="2026-10-10T01:17:42.006" v="1351" actId="113"/>
        <pc:sldMkLst>
          <pc:docMk/>
          <pc:sldMk cId="3528752280" sldId="256"/>
        </pc:sldMkLst>
        <pc:spChg chg="mod">
          <ac:chgData name="imnot tellingyouthat" userId="eb6948bf3582b151" providerId="LiveId" clId="{0790150D-C5A1-4F69-B22D-9782578A233B}" dt="2026-10-10T01:17:42.006" v="1351" actId="113"/>
          <ac:spMkLst>
            <pc:docMk/>
            <pc:sldMk cId="3528752280" sldId="256"/>
            <ac:spMk id="2" creationId="{07CC29F4-8DEA-F68E-412E-F0BC41B131C7}"/>
          </ac:spMkLst>
        </pc:spChg>
        <pc:spChg chg="mod">
          <ac:chgData name="imnot tellingyouthat" userId="eb6948bf3582b151" providerId="LiveId" clId="{0790150D-C5A1-4F69-B22D-9782578A233B}" dt="2026-10-10T01:12:00.059" v="1278" actId="26606"/>
          <ac:spMkLst>
            <pc:docMk/>
            <pc:sldMk cId="3528752280" sldId="256"/>
            <ac:spMk id="3" creationId="{3F5AB093-A3BD-511D-CF2C-EF226567D198}"/>
          </ac:spMkLst>
        </pc:spChg>
        <pc:spChg chg="add mod">
          <ac:chgData name="imnot tellingyouthat" userId="eb6948bf3582b151" providerId="LiveId" clId="{0790150D-C5A1-4F69-B22D-9782578A233B}" dt="2026-10-10T01:17:18.526" v="1350" actId="1076"/>
          <ac:spMkLst>
            <pc:docMk/>
            <pc:sldMk cId="3528752280" sldId="256"/>
            <ac:spMk id="6" creationId="{6238A433-AE0E-2E79-7A1A-44BDDBEDB3AF}"/>
          </ac:spMkLst>
        </pc:spChg>
        <pc:spChg chg="add del mod">
          <ac:chgData name="imnot tellingyouthat" userId="eb6948bf3582b151" providerId="LiveId" clId="{0790150D-C5A1-4F69-B22D-9782578A233B}" dt="2026-10-10T01:14:15.612" v="1318" actId="478"/>
          <ac:spMkLst>
            <pc:docMk/>
            <pc:sldMk cId="3528752280" sldId="256"/>
            <ac:spMk id="7" creationId="{B373389B-3B16-543B-F0DD-9C1C6F210003}"/>
          </ac:spMkLst>
        </pc:spChg>
        <pc:spChg chg="add">
          <ac:chgData name="imnot tellingyouthat" userId="eb6948bf3582b151" providerId="LiveId" clId="{0790150D-C5A1-4F69-B22D-9782578A233B}" dt="2026-10-10T01:12:00.059" v="1278" actId="26606"/>
          <ac:spMkLst>
            <pc:docMk/>
            <pc:sldMk cId="3528752280" sldId="256"/>
            <ac:spMk id="8" creationId="{4E1BEB12-92AF-4445-98AD-4C7756E7C93B}"/>
          </ac:spMkLst>
        </pc:spChg>
        <pc:spChg chg="add">
          <ac:chgData name="imnot tellingyouthat" userId="eb6948bf3582b151" providerId="LiveId" clId="{0790150D-C5A1-4F69-B22D-9782578A233B}" dt="2026-10-10T01:12:00.059" v="1278" actId="26606"/>
          <ac:spMkLst>
            <pc:docMk/>
            <pc:sldMk cId="3528752280" sldId="256"/>
            <ac:spMk id="10" creationId="{D0522C2C-7B5C-48A7-A969-03941E5D2E76}"/>
          </ac:spMkLst>
        </pc:spChg>
        <pc:spChg chg="add">
          <ac:chgData name="imnot tellingyouthat" userId="eb6948bf3582b151" providerId="LiveId" clId="{0790150D-C5A1-4F69-B22D-9782578A233B}" dt="2026-10-10T01:12:00.059" v="1278" actId="26606"/>
          <ac:spMkLst>
            <pc:docMk/>
            <pc:sldMk cId="3528752280" sldId="256"/>
            <ac:spMk id="12" creationId="{9C682A1A-5B2D-4111-BBD6-620165633E5B}"/>
          </ac:spMkLst>
        </pc:spChg>
        <pc:spChg chg="add">
          <ac:chgData name="imnot tellingyouthat" userId="eb6948bf3582b151" providerId="LiveId" clId="{0790150D-C5A1-4F69-B22D-9782578A233B}" dt="2026-10-10T01:12:00.059" v="1278" actId="26606"/>
          <ac:spMkLst>
            <pc:docMk/>
            <pc:sldMk cId="3528752280" sldId="256"/>
            <ac:spMk id="14" creationId="{D6EE29F2-D77F-4BD0-A20B-334D316A1C9D}"/>
          </ac:spMkLst>
        </pc:spChg>
        <pc:spChg chg="add">
          <ac:chgData name="imnot tellingyouthat" userId="eb6948bf3582b151" providerId="LiveId" clId="{0790150D-C5A1-4F69-B22D-9782578A233B}" dt="2026-10-10T01:12:00.059" v="1278" actId="26606"/>
          <ac:spMkLst>
            <pc:docMk/>
            <pc:sldMk cId="3528752280" sldId="256"/>
            <ac:spMk id="16" creationId="{22D09ED2-868F-42C6-866E-F92E0CEF314F}"/>
          </ac:spMkLst>
        </pc:spChg>
        <pc:picChg chg="add mod">
          <ac:chgData name="imnot tellingyouthat" userId="eb6948bf3582b151" providerId="LiveId" clId="{0790150D-C5A1-4F69-B22D-9782578A233B}" dt="2026-10-10T01:12:57.737" v="1283" actId="1076"/>
          <ac:picMkLst>
            <pc:docMk/>
            <pc:sldMk cId="3528752280" sldId="256"/>
            <ac:picMk id="5" creationId="{71E151F9-3708-02F6-491B-9366AD7C2E11}"/>
          </ac:picMkLst>
        </pc:picChg>
      </pc:sldChg>
      <pc:sldChg chg="del">
        <pc:chgData name="imnot tellingyouthat" userId="eb6948bf3582b151" providerId="LiveId" clId="{0790150D-C5A1-4F69-B22D-9782578A233B}" dt="2026-10-10T01:10:43.793" v="1262" actId="47"/>
        <pc:sldMkLst>
          <pc:docMk/>
          <pc:sldMk cId="3284243256" sldId="257"/>
        </pc:sldMkLst>
      </pc:sldChg>
      <pc:sldChg chg="del">
        <pc:chgData name="imnot tellingyouthat" userId="eb6948bf3582b151" providerId="LiveId" clId="{0790150D-C5A1-4F69-B22D-9782578A233B}" dt="2026-10-10T01:10:45.461" v="1263" actId="47"/>
        <pc:sldMkLst>
          <pc:docMk/>
          <pc:sldMk cId="1820743029" sldId="258"/>
        </pc:sldMkLst>
      </pc:sldChg>
      <pc:sldChg chg="del">
        <pc:chgData name="imnot tellingyouthat" userId="eb6948bf3582b151" providerId="LiveId" clId="{0790150D-C5A1-4F69-B22D-9782578A233B}" dt="2026-10-10T01:10:46.935" v="1264" actId="47"/>
        <pc:sldMkLst>
          <pc:docMk/>
          <pc:sldMk cId="2308682877" sldId="259"/>
        </pc:sldMkLst>
      </pc:sldChg>
      <pc:sldChg chg="del">
        <pc:chgData name="imnot tellingyouthat" userId="eb6948bf3582b151" providerId="LiveId" clId="{0790150D-C5A1-4F69-B22D-9782578A233B}" dt="2026-10-10T01:10:39.060" v="1261" actId="47"/>
        <pc:sldMkLst>
          <pc:docMk/>
          <pc:sldMk cId="2366267179" sldId="260"/>
        </pc:sldMkLst>
      </pc:sldChg>
      <pc:sldChg chg="addSp delSp modSp new mod ord setBg">
        <pc:chgData name="imnot tellingyouthat" userId="eb6948bf3582b151" providerId="LiveId" clId="{0790150D-C5A1-4F69-B22D-9782578A233B}" dt="2026-10-10T01:11:29.911" v="1277" actId="26606"/>
        <pc:sldMkLst>
          <pc:docMk/>
          <pc:sldMk cId="3246260893" sldId="261"/>
        </pc:sldMkLst>
        <pc:spChg chg="mod">
          <ac:chgData name="imnot tellingyouthat" userId="eb6948bf3582b151" providerId="LiveId" clId="{0790150D-C5A1-4F69-B22D-9782578A233B}" dt="2026-10-10T01:11:29.911" v="1277" actId="26606"/>
          <ac:spMkLst>
            <pc:docMk/>
            <pc:sldMk cId="3246260893" sldId="261"/>
            <ac:spMk id="2" creationId="{FDD405FF-16BD-C64F-3C09-F3570ACB7DCE}"/>
          </ac:spMkLst>
        </pc:spChg>
        <pc:spChg chg="add del mod">
          <ac:chgData name="imnot tellingyouthat" userId="eb6948bf3582b151" providerId="LiveId" clId="{0790150D-C5A1-4F69-B22D-9782578A233B}" dt="2026-10-10T01:11:29.911" v="1277" actId="26606"/>
          <ac:spMkLst>
            <pc:docMk/>
            <pc:sldMk cId="3246260893" sldId="261"/>
            <ac:spMk id="3" creationId="{AE2D49E7-73AA-9E5D-1965-4688081F0CA3}"/>
          </ac:spMkLst>
        </pc:spChg>
        <pc:spChg chg="add">
          <ac:chgData name="imnot tellingyouthat" userId="eb6948bf3582b151" providerId="LiveId" clId="{0790150D-C5A1-4F69-B22D-9782578A233B}" dt="2026-10-10T01:11:29.911" v="1277" actId="26606"/>
          <ac:spMkLst>
            <pc:docMk/>
            <pc:sldMk cId="3246260893" sldId="261"/>
            <ac:spMk id="8" creationId="{907EF6B7-1338-4443-8C46-6A318D952DFD}"/>
          </ac:spMkLst>
        </pc:spChg>
        <pc:spChg chg="add del">
          <ac:chgData name="imnot tellingyouthat" userId="eb6948bf3582b151" providerId="LiveId" clId="{0790150D-C5A1-4F69-B22D-9782578A233B}" dt="2026-10-10T01:11:29.901" v="1276" actId="26606"/>
          <ac:spMkLst>
            <pc:docMk/>
            <pc:sldMk cId="3246260893" sldId="261"/>
            <ac:spMk id="9" creationId="{BACC6370-2D7E-4714-9D71-7542949D7D5D}"/>
          </ac:spMkLst>
        </pc:spChg>
        <pc:spChg chg="add">
          <ac:chgData name="imnot tellingyouthat" userId="eb6948bf3582b151" providerId="LiveId" clId="{0790150D-C5A1-4F69-B22D-9782578A233B}" dt="2026-10-10T01:11:29.911" v="1277" actId="26606"/>
          <ac:spMkLst>
            <pc:docMk/>
            <pc:sldMk cId="3246260893" sldId="261"/>
            <ac:spMk id="10" creationId="{DAAE4CDD-124C-4DCF-9584-B6033B545DD5}"/>
          </ac:spMkLst>
        </pc:spChg>
        <pc:spChg chg="add del">
          <ac:chgData name="imnot tellingyouthat" userId="eb6948bf3582b151" providerId="LiveId" clId="{0790150D-C5A1-4F69-B22D-9782578A233B}" dt="2026-10-10T01:11:29.901" v="1276" actId="26606"/>
          <ac:spMkLst>
            <pc:docMk/>
            <pc:sldMk cId="3246260893" sldId="261"/>
            <ac:spMk id="11" creationId="{256B2C21-A230-48C0-8DF1-C46611373C44}"/>
          </ac:spMkLst>
        </pc:spChg>
        <pc:spChg chg="add">
          <ac:chgData name="imnot tellingyouthat" userId="eb6948bf3582b151" providerId="LiveId" clId="{0790150D-C5A1-4F69-B22D-9782578A233B}" dt="2026-10-10T01:11:29.911" v="1277" actId="26606"/>
          <ac:spMkLst>
            <pc:docMk/>
            <pc:sldMk cId="3246260893" sldId="261"/>
            <ac:spMk id="12" creationId="{081E4A58-353D-44AE-B2FC-2A74E2E400F7}"/>
          </ac:spMkLst>
        </pc:spChg>
        <pc:spChg chg="add del">
          <ac:chgData name="imnot tellingyouthat" userId="eb6948bf3582b151" providerId="LiveId" clId="{0790150D-C5A1-4F69-B22D-9782578A233B}" dt="2026-10-10T01:11:29.901" v="1276" actId="26606"/>
          <ac:spMkLst>
            <pc:docMk/>
            <pc:sldMk cId="3246260893" sldId="261"/>
            <ac:spMk id="13" creationId="{3847E18C-932D-4C95-AABA-FEC7C9499AD7}"/>
          </ac:spMkLst>
        </pc:spChg>
        <pc:spChg chg="add del">
          <ac:chgData name="imnot tellingyouthat" userId="eb6948bf3582b151" providerId="LiveId" clId="{0790150D-C5A1-4F69-B22D-9782578A233B}" dt="2026-10-10T01:11:29.901" v="1276" actId="26606"/>
          <ac:spMkLst>
            <pc:docMk/>
            <pc:sldMk cId="3246260893" sldId="261"/>
            <ac:spMk id="15" creationId="{3150CB11-0C61-439E-910F-5787759E72A0}"/>
          </ac:spMkLst>
        </pc:spChg>
        <pc:spChg chg="add del">
          <ac:chgData name="imnot tellingyouthat" userId="eb6948bf3582b151" providerId="LiveId" clId="{0790150D-C5A1-4F69-B22D-9782578A233B}" dt="2026-10-10T01:11:29.901" v="1276" actId="26606"/>
          <ac:spMkLst>
            <pc:docMk/>
            <pc:sldMk cId="3246260893" sldId="261"/>
            <ac:spMk id="17" creationId="{43F8A58B-5155-44CE-A5FF-7647B47D0A7A}"/>
          </ac:spMkLst>
        </pc:spChg>
        <pc:spChg chg="add del">
          <ac:chgData name="imnot tellingyouthat" userId="eb6948bf3582b151" providerId="LiveId" clId="{0790150D-C5A1-4F69-B22D-9782578A233B}" dt="2026-10-10T01:11:29.901" v="1276" actId="26606"/>
          <ac:spMkLst>
            <pc:docMk/>
            <pc:sldMk cId="3246260893" sldId="261"/>
            <ac:spMk id="19" creationId="{443F2ACA-E6D6-4028-82DD-F03C262D5DE6}"/>
          </ac:spMkLst>
        </pc:spChg>
        <pc:spChg chg="add">
          <ac:chgData name="imnot tellingyouthat" userId="eb6948bf3582b151" providerId="LiveId" clId="{0790150D-C5A1-4F69-B22D-9782578A233B}" dt="2026-10-10T01:11:29.911" v="1277" actId="26606"/>
          <ac:spMkLst>
            <pc:docMk/>
            <pc:sldMk cId="3246260893" sldId="261"/>
            <ac:spMk id="21" creationId="{AE2D49E7-73AA-9E5D-1965-4688081F0CA3}"/>
          </ac:spMkLst>
        </pc:spChg>
        <pc:graphicFrameChg chg="add del">
          <ac:chgData name="imnot tellingyouthat" userId="eb6948bf3582b151" providerId="LiveId" clId="{0790150D-C5A1-4F69-B22D-9782578A233B}" dt="2026-10-10T01:11:29.901" v="1276" actId="26606"/>
          <ac:graphicFrameMkLst>
            <pc:docMk/>
            <pc:sldMk cId="3246260893" sldId="261"/>
            <ac:graphicFrameMk id="5" creationId="{C3951508-2674-88B2-80D3-DEAC628C8E6C}"/>
          </ac:graphicFrameMkLst>
        </pc:graphicFrameChg>
      </pc:sldChg>
      <pc:sldChg chg="addSp delSp modSp new mod modTransition setBg addAnim delAnim modAnim">
        <pc:chgData name="imnot tellingyouthat" userId="eb6948bf3582b151" providerId="LiveId" clId="{0790150D-C5A1-4F69-B22D-9782578A233B}" dt="2026-10-10T01:09:38.298" v="1200"/>
        <pc:sldMkLst>
          <pc:docMk/>
          <pc:sldMk cId="169284293" sldId="262"/>
        </pc:sldMkLst>
        <pc:spChg chg="mod ord">
          <ac:chgData name="imnot tellingyouthat" userId="eb6948bf3582b151" providerId="LiveId" clId="{0790150D-C5A1-4F69-B22D-9782578A233B}" dt="2026-10-10T00:49:21.789" v="900" actId="26606"/>
          <ac:spMkLst>
            <pc:docMk/>
            <pc:sldMk cId="169284293" sldId="262"/>
            <ac:spMk id="2" creationId="{092B9F9C-F867-6053-720C-E02D2A48BFAA}"/>
          </ac:spMkLst>
        </pc:spChg>
        <pc:spChg chg="del">
          <ac:chgData name="imnot tellingyouthat" userId="eb6948bf3582b151" providerId="LiveId" clId="{0790150D-C5A1-4F69-B22D-9782578A233B}" dt="2026-10-10T00:49:17.148" v="899" actId="22"/>
          <ac:spMkLst>
            <pc:docMk/>
            <pc:sldMk cId="169284293" sldId="262"/>
            <ac:spMk id="3" creationId="{8614375D-2B39-0B38-F436-A3E77808ADA7}"/>
          </ac:spMkLst>
        </pc:spChg>
        <pc:spChg chg="add mod">
          <ac:chgData name="imnot tellingyouthat" userId="eb6948bf3582b151" providerId="LiveId" clId="{0790150D-C5A1-4F69-B22D-9782578A233B}" dt="2026-10-10T00:50:36.609" v="907" actId="207"/>
          <ac:spMkLst>
            <pc:docMk/>
            <pc:sldMk cId="169284293" sldId="262"/>
            <ac:spMk id="6" creationId="{B3201C3A-0C30-45AD-15E2-C388B8690D68}"/>
          </ac:spMkLst>
        </pc:spChg>
        <pc:spChg chg="add">
          <ac:chgData name="imnot tellingyouthat" userId="eb6948bf3582b151" providerId="LiveId" clId="{0790150D-C5A1-4F69-B22D-9782578A233B}" dt="2026-10-10T00:49:21.789" v="900" actId="26606"/>
          <ac:spMkLst>
            <pc:docMk/>
            <pc:sldMk cId="169284293" sldId="262"/>
            <ac:spMk id="10" creationId="{37C89E4B-3C9F-44B9-8B86-D9E3D112D8EC}"/>
          </ac:spMkLst>
        </pc:spChg>
        <pc:spChg chg="add mod">
          <ac:chgData name="imnot tellingyouthat" userId="eb6948bf3582b151" providerId="LiveId" clId="{0790150D-C5A1-4F69-B22D-9782578A233B}" dt="2026-10-10T00:59:44.039" v="1121" actId="14100"/>
          <ac:spMkLst>
            <pc:docMk/>
            <pc:sldMk cId="169284293" sldId="262"/>
            <ac:spMk id="16" creationId="{17E96B22-41C3-991F-BA09-A02E122994CF}"/>
          </ac:spMkLst>
        </pc:spChg>
        <pc:spChg chg="add mod">
          <ac:chgData name="imnot tellingyouthat" userId="eb6948bf3582b151" providerId="LiveId" clId="{0790150D-C5A1-4F69-B22D-9782578A233B}" dt="2026-10-10T00:59:40.904" v="1120" actId="14100"/>
          <ac:spMkLst>
            <pc:docMk/>
            <pc:sldMk cId="169284293" sldId="262"/>
            <ac:spMk id="18" creationId="{6917B0E1-9F13-8F83-B142-ED5C6CC88EFB}"/>
          </ac:spMkLst>
        </pc:spChg>
        <pc:spChg chg="add mod">
          <ac:chgData name="imnot tellingyouthat" userId="eb6948bf3582b151" providerId="LiveId" clId="{0790150D-C5A1-4F69-B22D-9782578A233B}" dt="2026-10-10T01:05:49.981" v="1147" actId="14100"/>
          <ac:spMkLst>
            <pc:docMk/>
            <pc:sldMk cId="169284293" sldId="262"/>
            <ac:spMk id="23" creationId="{CAA153E0-87B2-8630-146A-36A7FAA3B0E0}"/>
          </ac:spMkLst>
        </pc:spChg>
        <pc:spChg chg="add mod">
          <ac:chgData name="imnot tellingyouthat" userId="eb6948bf3582b151" providerId="LiveId" clId="{0790150D-C5A1-4F69-B22D-9782578A233B}" dt="2026-10-10T01:05:46.341" v="1146" actId="1076"/>
          <ac:spMkLst>
            <pc:docMk/>
            <pc:sldMk cId="169284293" sldId="262"/>
            <ac:spMk id="24" creationId="{352F88BB-9820-A5F1-D011-E00C40F5D8DF}"/>
          </ac:spMkLst>
        </pc:spChg>
        <pc:picChg chg="add mod ord">
          <ac:chgData name="imnot tellingyouthat" userId="eb6948bf3582b151" providerId="LiveId" clId="{0790150D-C5A1-4F69-B22D-9782578A233B}" dt="2026-10-10T00:49:21.789" v="900" actId="26606"/>
          <ac:picMkLst>
            <pc:docMk/>
            <pc:sldMk cId="169284293" sldId="262"/>
            <ac:picMk id="5" creationId="{6593C985-2EC3-EB55-DADB-3092B3F0BDF8}"/>
          </ac:picMkLst>
        </pc:picChg>
        <pc:cxnChg chg="add del mod">
          <ac:chgData name="imnot tellingyouthat" userId="eb6948bf3582b151" providerId="LiveId" clId="{0790150D-C5A1-4F69-B22D-9782578A233B}" dt="2026-10-10T00:54:49.249" v="940" actId="478"/>
          <ac:cxnSpMkLst>
            <pc:docMk/>
            <pc:sldMk cId="169284293" sldId="262"/>
            <ac:cxnSpMk id="8" creationId="{C5EEE5A9-E354-9A36-C6E6-980CBBAA0DED}"/>
          </ac:cxnSpMkLst>
        </pc:cxnChg>
        <pc:cxnChg chg="add mod">
          <ac:chgData name="imnot tellingyouthat" userId="eb6948bf3582b151" providerId="LiveId" clId="{0790150D-C5A1-4F69-B22D-9782578A233B}" dt="2026-10-10T00:55:32.976" v="998" actId="692"/>
          <ac:cxnSpMkLst>
            <pc:docMk/>
            <pc:sldMk cId="169284293" sldId="262"/>
            <ac:cxnSpMk id="11" creationId="{DC695817-34F8-96DF-82A4-6A741DDA54A1}"/>
          </ac:cxnSpMkLst>
        </pc:cxnChg>
        <pc:cxnChg chg="add">
          <ac:chgData name="imnot tellingyouthat" userId="eb6948bf3582b151" providerId="LiveId" clId="{0790150D-C5A1-4F69-B22D-9782578A233B}" dt="2026-10-10T00:49:21.789" v="900" actId="26606"/>
          <ac:cxnSpMkLst>
            <pc:docMk/>
            <pc:sldMk cId="169284293" sldId="262"/>
            <ac:cxnSpMk id="12" creationId="{AA2EAA10-076F-46BD-8F0F-B9A2FB77A85C}"/>
          </ac:cxnSpMkLst>
        </pc:cxnChg>
        <pc:cxnChg chg="add mod">
          <ac:chgData name="imnot tellingyouthat" userId="eb6948bf3582b151" providerId="LiveId" clId="{0790150D-C5A1-4F69-B22D-9782578A233B}" dt="2026-10-10T00:55:42.074" v="1000" actId="1076"/>
          <ac:cxnSpMkLst>
            <pc:docMk/>
            <pc:sldMk cId="169284293" sldId="262"/>
            <ac:cxnSpMk id="13" creationId="{D6C5D381-2D93-D415-554A-46589EED6550}"/>
          </ac:cxnSpMkLst>
        </pc:cxnChg>
        <pc:cxnChg chg="add">
          <ac:chgData name="imnot tellingyouthat" userId="eb6948bf3582b151" providerId="LiveId" clId="{0790150D-C5A1-4F69-B22D-9782578A233B}" dt="2026-10-10T00:49:21.789" v="900" actId="26606"/>
          <ac:cxnSpMkLst>
            <pc:docMk/>
            <pc:sldMk cId="169284293" sldId="262"/>
            <ac:cxnSpMk id="14" creationId="{D891E407-403B-4764-86C9-33A56D3BCAA3}"/>
          </ac:cxnSpMkLst>
        </pc:cxnChg>
      </pc:sldChg>
      <pc:sldChg chg="modSp new mod">
        <pc:chgData name="imnot tellingyouthat" userId="eb6948bf3582b151" providerId="LiveId" clId="{0790150D-C5A1-4F69-B22D-9782578A233B}" dt="2026-10-10T00:22:42.250" v="748" actId="20577"/>
        <pc:sldMkLst>
          <pc:docMk/>
          <pc:sldMk cId="2457606381" sldId="263"/>
        </pc:sldMkLst>
        <pc:spChg chg="mod">
          <ac:chgData name="imnot tellingyouthat" userId="eb6948bf3582b151" providerId="LiveId" clId="{0790150D-C5A1-4F69-B22D-9782578A233B}" dt="2026-10-10T00:22:42.250" v="748" actId="20577"/>
          <ac:spMkLst>
            <pc:docMk/>
            <pc:sldMk cId="2457606381" sldId="263"/>
            <ac:spMk id="2" creationId="{21A33ED2-2FE0-2D84-4567-165D2858CBC6}"/>
          </ac:spMkLst>
        </pc:spChg>
      </pc:sldChg>
      <pc:sldChg chg="modSp new mod">
        <pc:chgData name="imnot tellingyouthat" userId="eb6948bf3582b151" providerId="LiveId" clId="{0790150D-C5A1-4F69-B22D-9782578A233B}" dt="2026-10-10T00:23:26.927" v="848" actId="20577"/>
        <pc:sldMkLst>
          <pc:docMk/>
          <pc:sldMk cId="3872863384" sldId="264"/>
        </pc:sldMkLst>
        <pc:spChg chg="mod">
          <ac:chgData name="imnot tellingyouthat" userId="eb6948bf3582b151" providerId="LiveId" clId="{0790150D-C5A1-4F69-B22D-9782578A233B}" dt="2026-10-10T00:23:11.234" v="789" actId="20577"/>
          <ac:spMkLst>
            <pc:docMk/>
            <pc:sldMk cId="3872863384" sldId="264"/>
            <ac:spMk id="2" creationId="{7ABAAAB3-E484-E8EB-7B3E-6E25F3A28252}"/>
          </ac:spMkLst>
        </pc:spChg>
        <pc:spChg chg="mod">
          <ac:chgData name="imnot tellingyouthat" userId="eb6948bf3582b151" providerId="LiveId" clId="{0790150D-C5A1-4F69-B22D-9782578A233B}" dt="2026-10-10T00:23:26.927" v="848" actId="20577"/>
          <ac:spMkLst>
            <pc:docMk/>
            <pc:sldMk cId="3872863384" sldId="264"/>
            <ac:spMk id="3" creationId="{167ABF96-518B-E31C-397C-3FE29B657D43}"/>
          </ac:spMkLst>
        </pc:spChg>
      </pc:sldChg>
      <pc:sldChg chg="modSp new mod">
        <pc:chgData name="imnot tellingyouthat" userId="eb6948bf3582b151" providerId="LiveId" clId="{0790150D-C5A1-4F69-B22D-9782578A233B}" dt="2026-10-10T01:10:37.389" v="1260" actId="20577"/>
        <pc:sldMkLst>
          <pc:docMk/>
          <pc:sldMk cId="2026042837" sldId="265"/>
        </pc:sldMkLst>
        <pc:spChg chg="mod">
          <ac:chgData name="imnot tellingyouthat" userId="eb6948bf3582b151" providerId="LiveId" clId="{0790150D-C5A1-4F69-B22D-9782578A233B}" dt="2026-10-10T01:10:37.389" v="1260" actId="20577"/>
          <ac:spMkLst>
            <pc:docMk/>
            <pc:sldMk cId="2026042837" sldId="265"/>
            <ac:spMk id="2" creationId="{9441E233-A118-C09D-2624-09955E55BF70}"/>
          </ac:spMkLst>
        </pc:spChg>
      </pc:sldChg>
      <pc:sldChg chg="modSp new mod modTransition">
        <pc:chgData name="imnot tellingyouthat" userId="eb6948bf3582b151" providerId="LiveId" clId="{0790150D-C5A1-4F69-B22D-9782578A233B}" dt="2026-10-10T01:08:57.644" v="1198"/>
        <pc:sldMkLst>
          <pc:docMk/>
          <pc:sldMk cId="1583838229" sldId="266"/>
        </pc:sldMkLst>
        <pc:spChg chg="mod">
          <ac:chgData name="imnot tellingyouthat" userId="eb6948bf3582b151" providerId="LiveId" clId="{0790150D-C5A1-4F69-B22D-9782578A233B}" dt="2026-10-10T01:08:03.257" v="1195" actId="20577"/>
          <ac:spMkLst>
            <pc:docMk/>
            <pc:sldMk cId="1583838229" sldId="266"/>
            <ac:spMk id="2" creationId="{EE270010-5243-24BA-E494-8ED6166E8211}"/>
          </ac:spMkLst>
        </pc:spChg>
      </pc:sldChg>
      <pc:sldChg chg="addSp modSp new mod setBg">
        <pc:chgData name="imnot tellingyouthat" userId="eb6948bf3582b151" providerId="LiveId" clId="{0790150D-C5A1-4F69-B22D-9782578A233B}" dt="2026-10-10T01:20:13.777" v="1462" actId="20577"/>
        <pc:sldMkLst>
          <pc:docMk/>
          <pc:sldMk cId="3406980921" sldId="267"/>
        </pc:sldMkLst>
        <pc:spChg chg="mod">
          <ac:chgData name="imnot tellingyouthat" userId="eb6948bf3582b151" providerId="LiveId" clId="{0790150D-C5A1-4F69-B22D-9782578A233B}" dt="2026-10-10T01:18:55.182" v="1354" actId="26606"/>
          <ac:spMkLst>
            <pc:docMk/>
            <pc:sldMk cId="3406980921" sldId="267"/>
            <ac:spMk id="2" creationId="{14955692-3A28-3FA6-3394-82E47F0528CB}"/>
          </ac:spMkLst>
        </pc:spChg>
        <pc:spChg chg="add mod">
          <ac:chgData name="imnot tellingyouthat" userId="eb6948bf3582b151" providerId="LiveId" clId="{0790150D-C5A1-4F69-B22D-9782578A233B}" dt="2026-10-10T01:20:13.777" v="1462" actId="20577"/>
          <ac:spMkLst>
            <pc:docMk/>
            <pc:sldMk cId="3406980921" sldId="267"/>
            <ac:spMk id="9" creationId="{C31B531B-1286-111B-3814-FDFF92D94BE7}"/>
          </ac:spMkLst>
        </pc:spChg>
        <pc:spChg chg="add">
          <ac:chgData name="imnot tellingyouthat" userId="eb6948bf3582b151" providerId="LiveId" clId="{0790150D-C5A1-4F69-B22D-9782578A233B}" dt="2026-10-10T01:18:55.182" v="1354" actId="26606"/>
          <ac:spMkLst>
            <pc:docMk/>
            <pc:sldMk cId="3406980921" sldId="267"/>
            <ac:spMk id="13" creationId="{1C4FDBE2-32F7-4AC4-A40C-C51C65B1D474}"/>
          </ac:spMkLst>
        </pc:spChg>
        <pc:spChg chg="add">
          <ac:chgData name="imnot tellingyouthat" userId="eb6948bf3582b151" providerId="LiveId" clId="{0790150D-C5A1-4F69-B22D-9782578A233B}" dt="2026-10-10T01:18:55.182" v="1354" actId="26606"/>
          <ac:spMkLst>
            <pc:docMk/>
            <pc:sldMk cId="3406980921" sldId="267"/>
            <ac:spMk id="15" creationId="{EBF4792E-DF83-4D24-9924-01EC30A32C89}"/>
          </ac:spMkLst>
        </pc:spChg>
        <pc:spChg chg="add">
          <ac:chgData name="imnot tellingyouthat" userId="eb6948bf3582b151" providerId="LiveId" clId="{0790150D-C5A1-4F69-B22D-9782578A233B}" dt="2026-10-10T01:18:55.182" v="1354" actId="26606"/>
          <ac:spMkLst>
            <pc:docMk/>
            <pc:sldMk cId="3406980921" sldId="267"/>
            <ac:spMk id="17" creationId="{15837328-A57C-47AA-B520-C83F4A6BD1E4}"/>
          </ac:spMkLst>
        </pc:spChg>
        <pc:spChg chg="add">
          <ac:chgData name="imnot tellingyouthat" userId="eb6948bf3582b151" providerId="LiveId" clId="{0790150D-C5A1-4F69-B22D-9782578A233B}" dt="2026-10-10T01:18:55.182" v="1354" actId="26606"/>
          <ac:spMkLst>
            <pc:docMk/>
            <pc:sldMk cId="3406980921" sldId="267"/>
            <ac:spMk id="19" creationId="{E2B33195-5BCA-4BB7-A82D-6739522687DD}"/>
          </ac:spMkLst>
        </pc:spChg>
        <pc:spChg chg="add">
          <ac:chgData name="imnot tellingyouthat" userId="eb6948bf3582b151" providerId="LiveId" clId="{0790150D-C5A1-4F69-B22D-9782578A233B}" dt="2026-10-10T01:18:55.182" v="1354" actId="26606"/>
          <ac:spMkLst>
            <pc:docMk/>
            <pc:sldMk cId="3406980921" sldId="267"/>
            <ac:spMk id="21" creationId="{8A03A6A2-7849-4179-B68F-C11DDDB231D4}"/>
          </ac:spMkLst>
        </pc:spChg>
        <pc:picChg chg="add mod">
          <ac:chgData name="imnot tellingyouthat" userId="eb6948bf3582b151" providerId="LiveId" clId="{0790150D-C5A1-4F69-B22D-9782578A233B}" dt="2026-10-10T01:19:31.040" v="1356" actId="208"/>
          <ac:picMkLst>
            <pc:docMk/>
            <pc:sldMk cId="3406980921" sldId="267"/>
            <ac:picMk id="4" creationId="{BC4B1087-3191-E987-8CEC-6B012F1ADC64}"/>
          </ac:picMkLst>
        </pc:picChg>
        <pc:picChg chg="add mod">
          <ac:chgData name="imnot tellingyouthat" userId="eb6948bf3582b151" providerId="LiveId" clId="{0790150D-C5A1-4F69-B22D-9782578A233B}" dt="2026-10-10T01:19:36.789" v="1357" actId="208"/>
          <ac:picMkLst>
            <pc:docMk/>
            <pc:sldMk cId="3406980921" sldId="267"/>
            <ac:picMk id="6" creationId="{7FE7CC56-276D-BB01-2A87-3D8470842F3B}"/>
          </ac:picMkLst>
        </pc:picChg>
        <pc:picChg chg="add mod ord">
          <ac:chgData name="imnot tellingyouthat" userId="eb6948bf3582b151" providerId="LiveId" clId="{0790150D-C5A1-4F69-B22D-9782578A233B}" dt="2026-10-10T01:19:21.746" v="1355" actId="208"/>
          <ac:picMkLst>
            <pc:docMk/>
            <pc:sldMk cId="3406980921" sldId="267"/>
            <ac:picMk id="8" creationId="{3DF16522-A98F-2ABB-70E5-6A5437943DD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34B8C-96D0-F654-4FDF-156939179F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FE8F7B4-40BF-803D-C7B9-406B13752A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299119-EC7E-D987-B7FE-E0EE42FB5BCB}"/>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5" name="Footer Placeholder 4">
            <a:extLst>
              <a:ext uri="{FF2B5EF4-FFF2-40B4-BE49-F238E27FC236}">
                <a16:creationId xmlns:a16="http://schemas.microsoft.com/office/drawing/2014/main" id="{0033F1C2-ACD9-110E-12C8-BBFE36D89B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5E009A-9B18-8711-30A7-73977BC75800}"/>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3378705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1D7FC-9CDA-1D22-F8E2-99198310B0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72A82A-FCCB-869F-B207-4EEC4F4625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E7A478-9FF2-DB80-6696-533271CB2057}"/>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5" name="Footer Placeholder 4">
            <a:extLst>
              <a:ext uri="{FF2B5EF4-FFF2-40B4-BE49-F238E27FC236}">
                <a16:creationId xmlns:a16="http://schemas.microsoft.com/office/drawing/2014/main" id="{804B4667-A80D-1ED1-3788-A609F42A7E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BE635C-F8B2-1AD2-3D6D-CD2587E6DFCD}"/>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1264889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2C225-AC40-3BF8-F951-ABBE8B5C2A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333F43C-6762-2B9F-01A6-E8F4643051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EF436B-4D2D-37B1-4498-4B88156821BA}"/>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5" name="Footer Placeholder 4">
            <a:extLst>
              <a:ext uri="{FF2B5EF4-FFF2-40B4-BE49-F238E27FC236}">
                <a16:creationId xmlns:a16="http://schemas.microsoft.com/office/drawing/2014/main" id="{0DDF61AB-CE3F-A27E-A42B-C0B7F76B2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42CF92-82B8-1C87-01DF-429B845562EA}"/>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3042828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4A5D1-5FC5-FC8D-F394-2D0AF4E887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45A26C-DC41-AA79-86BD-78670E88B1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4F259A-3223-0C1B-B44C-777FCB5175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F63AF53-7BF2-72E5-E847-BA108E52804D}"/>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6" name="Footer Placeholder 5">
            <a:extLst>
              <a:ext uri="{FF2B5EF4-FFF2-40B4-BE49-F238E27FC236}">
                <a16:creationId xmlns:a16="http://schemas.microsoft.com/office/drawing/2014/main" id="{E432E525-321B-5816-9C30-147E5B0046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99EE52-FBAA-305B-3D61-6DCD47A8AA98}"/>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2727001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36220-0FA5-9E78-6F79-6EEA6713D26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90651C-9E7F-002B-7292-69BF7AB3B9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FD3CD7-332D-9E7F-0191-2976043CA5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30108B-60A4-4C57-2886-D085C46743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1C282F-AAA8-8B45-7F08-24DA70624D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4275352-E1A9-95B3-498A-C2610F3004B9}"/>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8" name="Footer Placeholder 7">
            <a:extLst>
              <a:ext uri="{FF2B5EF4-FFF2-40B4-BE49-F238E27FC236}">
                <a16:creationId xmlns:a16="http://schemas.microsoft.com/office/drawing/2014/main" id="{9C5DAADB-D62C-38BE-F453-0CC8DB75BA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1FC091-33DC-2739-4F73-67A33F39E99A}"/>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2307899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A557A-37C4-B7B8-5035-826886C2E8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19C6ED-98AD-20FA-B447-4A6C21EA8ED8}"/>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4" name="Footer Placeholder 3">
            <a:extLst>
              <a:ext uri="{FF2B5EF4-FFF2-40B4-BE49-F238E27FC236}">
                <a16:creationId xmlns:a16="http://schemas.microsoft.com/office/drawing/2014/main" id="{3E0F2FDD-9176-1025-B1A0-E4BB3B0A78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7670A7-4CC1-3D29-7A63-DA541EE99C86}"/>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2444481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C497DC-8F32-A7A6-3463-BA5D50B4DAD3}"/>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3" name="Footer Placeholder 2">
            <a:extLst>
              <a:ext uri="{FF2B5EF4-FFF2-40B4-BE49-F238E27FC236}">
                <a16:creationId xmlns:a16="http://schemas.microsoft.com/office/drawing/2014/main" id="{BBBAFAAE-98B8-E694-D889-370AB99FF0A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340BD0-D5F8-33DE-C54A-30518B1706CE}"/>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272788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9CF1-F48E-A412-668F-72AF3C78CD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5FA69E-2235-1758-99F1-CA1797828F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2BE1CF-CB07-186E-BEB5-204A6F43F2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85C948-640E-66A5-124B-9BAEFC370485}"/>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6" name="Footer Placeholder 5">
            <a:extLst>
              <a:ext uri="{FF2B5EF4-FFF2-40B4-BE49-F238E27FC236}">
                <a16:creationId xmlns:a16="http://schemas.microsoft.com/office/drawing/2014/main" id="{B9BF5116-D8A0-B04A-8BB2-A9F80E635C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A816E2-B951-88C1-AECD-529626FD5E51}"/>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2943212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5097B-2CC5-6285-115E-A62E311400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3D4D07-7776-1CA3-C01A-3489EACB0BF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08CE10-CD9E-9997-71AE-D1F51C610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8D98A5-CF64-2E53-B120-3BF5B957CCC5}"/>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6" name="Footer Placeholder 5">
            <a:extLst>
              <a:ext uri="{FF2B5EF4-FFF2-40B4-BE49-F238E27FC236}">
                <a16:creationId xmlns:a16="http://schemas.microsoft.com/office/drawing/2014/main" id="{B547493A-F8A2-504E-EFE5-2942F40643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112F8D-31F3-2EA4-1A79-5579A63FFEBA}"/>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4143986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CF525-FF11-6922-E0F1-47994736F2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14A99A-250B-DDB3-4E97-4C7C8FD08C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88D007-3A58-3AC2-8350-E5782E19EBCA}"/>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5" name="Footer Placeholder 4">
            <a:extLst>
              <a:ext uri="{FF2B5EF4-FFF2-40B4-BE49-F238E27FC236}">
                <a16:creationId xmlns:a16="http://schemas.microsoft.com/office/drawing/2014/main" id="{C77A9B44-AEE8-4962-C2C3-A85C2A822D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E7B40F-4521-A7FD-31A2-A041C93A72CF}"/>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870667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47F063-9489-1EAA-63EA-2EA157CF8F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160EE5-9F0C-59DF-F3EF-95ECF59F93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48276-842C-C83D-6EAB-158F3ECE8A50}"/>
              </a:ext>
            </a:extLst>
          </p:cNvPr>
          <p:cNvSpPr>
            <a:spLocks noGrp="1"/>
          </p:cNvSpPr>
          <p:nvPr>
            <p:ph type="dt" sz="half" idx="10"/>
          </p:nvPr>
        </p:nvSpPr>
        <p:spPr/>
        <p:txBody>
          <a:bodyPr/>
          <a:lstStyle/>
          <a:p>
            <a:fld id="{CDEB7EFD-36FF-4D84-A517-086DABDF6A1F}" type="datetimeFigureOut">
              <a:rPr lang="en-US" smtClean="0"/>
              <a:t>10/9/2026</a:t>
            </a:fld>
            <a:endParaRPr lang="en-US"/>
          </a:p>
        </p:txBody>
      </p:sp>
      <p:sp>
        <p:nvSpPr>
          <p:cNvPr id="5" name="Footer Placeholder 4">
            <a:extLst>
              <a:ext uri="{FF2B5EF4-FFF2-40B4-BE49-F238E27FC236}">
                <a16:creationId xmlns:a16="http://schemas.microsoft.com/office/drawing/2014/main" id="{33AFDA90-7EA3-CC31-0429-DDE66A9AE0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D5DB74-B3D8-E815-309F-28A29C727783}"/>
              </a:ext>
            </a:extLst>
          </p:cNvPr>
          <p:cNvSpPr>
            <a:spLocks noGrp="1"/>
          </p:cNvSpPr>
          <p:nvPr>
            <p:ph type="sldNum" sz="quarter" idx="12"/>
          </p:nvPr>
        </p:nvSpPr>
        <p:spPr/>
        <p:txBody>
          <a:bodyPr/>
          <a:lstStyle/>
          <a:p>
            <a:fld id="{54F6059D-76F9-4DBB-AD8B-10724DA7B9C3}" type="slidenum">
              <a:rPr lang="en-US" smtClean="0"/>
              <a:t>‹#›</a:t>
            </a:fld>
            <a:endParaRPr lang="en-US"/>
          </a:p>
        </p:txBody>
      </p:sp>
    </p:spTree>
    <p:extLst>
      <p:ext uri="{BB962C8B-B14F-4D97-AF65-F5344CB8AC3E}">
        <p14:creationId xmlns:p14="http://schemas.microsoft.com/office/powerpoint/2010/main" val="552991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5FA29B-AA00-9EC5-3714-6CB027A73E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7B0665-5899-F3D4-1D16-A6914E7960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6BDAF-4852-6902-4D8C-593D9A8762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EB7EFD-36FF-4D84-A517-086DABDF6A1F}" type="datetimeFigureOut">
              <a:rPr lang="en-US" smtClean="0"/>
              <a:t>10/9/2026</a:t>
            </a:fld>
            <a:endParaRPr lang="en-US"/>
          </a:p>
        </p:txBody>
      </p:sp>
      <p:sp>
        <p:nvSpPr>
          <p:cNvPr id="5" name="Footer Placeholder 4">
            <a:extLst>
              <a:ext uri="{FF2B5EF4-FFF2-40B4-BE49-F238E27FC236}">
                <a16:creationId xmlns:a16="http://schemas.microsoft.com/office/drawing/2014/main" id="{2891DFE5-66F9-4503-CE80-3F2CE437E2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61CC1B-459F-A169-EDD1-337DA9355F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F6059D-76F9-4DBB-AD8B-10724DA7B9C3}" type="slidenum">
              <a:rPr lang="en-US" smtClean="0"/>
              <a:t>‹#›</a:t>
            </a:fld>
            <a:endParaRPr lang="en-US"/>
          </a:p>
        </p:txBody>
      </p:sp>
    </p:spTree>
    <p:extLst>
      <p:ext uri="{BB962C8B-B14F-4D97-AF65-F5344CB8AC3E}">
        <p14:creationId xmlns:p14="http://schemas.microsoft.com/office/powerpoint/2010/main" val="960718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6.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CC29F4-8DEA-F68E-412E-F0BC41B131C7}"/>
              </a:ext>
            </a:extLst>
          </p:cNvPr>
          <p:cNvSpPr>
            <a:spLocks noGrp="1"/>
          </p:cNvSpPr>
          <p:nvPr>
            <p:ph type="ctrTitle"/>
          </p:nvPr>
        </p:nvSpPr>
        <p:spPr>
          <a:xfrm>
            <a:off x="4038600" y="1939159"/>
            <a:ext cx="7644627" cy="2751086"/>
          </a:xfrm>
        </p:spPr>
        <p:txBody>
          <a:bodyPr>
            <a:normAutofit/>
          </a:bodyPr>
          <a:lstStyle/>
          <a:p>
            <a:pPr algn="r"/>
            <a:r>
              <a:rPr lang="en-US" sz="2900" dirty="0"/>
              <a:t>The art and science of developing interesting solutions for the human oriented improvement of society, ecosystems, information technology, and actionable insightful synergistic reformation of culture, or the </a:t>
            </a:r>
            <a:r>
              <a:rPr lang="en-US" sz="2900" b="1" dirty="0"/>
              <a:t>spicy tomato five </a:t>
            </a:r>
            <a:r>
              <a:rPr lang="en-US" sz="2900" dirty="0"/>
              <a:t>for short.</a:t>
            </a:r>
            <a:br>
              <a:rPr lang="en-US" sz="2900" b="1" dirty="0"/>
            </a:br>
            <a:endParaRPr lang="en-US" sz="2900" dirty="0"/>
          </a:p>
        </p:txBody>
      </p:sp>
      <p:sp>
        <p:nvSpPr>
          <p:cNvPr id="3" name="Subtitle 2">
            <a:extLst>
              <a:ext uri="{FF2B5EF4-FFF2-40B4-BE49-F238E27FC236}">
                <a16:creationId xmlns:a16="http://schemas.microsoft.com/office/drawing/2014/main" id="{3F5AB093-A3BD-511D-CF2C-EF226567D198}"/>
              </a:ext>
            </a:extLst>
          </p:cNvPr>
          <p:cNvSpPr>
            <a:spLocks noGrp="1"/>
          </p:cNvSpPr>
          <p:nvPr>
            <p:ph type="subTitle" idx="1"/>
          </p:nvPr>
        </p:nvSpPr>
        <p:spPr>
          <a:xfrm>
            <a:off x="4038600" y="4782320"/>
            <a:ext cx="7644627" cy="1329443"/>
          </a:xfrm>
        </p:spPr>
        <p:txBody>
          <a:bodyPr>
            <a:normAutofit/>
          </a:bodyPr>
          <a:lstStyle/>
          <a:p>
            <a:pPr algn="r"/>
            <a:r>
              <a:rPr lang="en-US" dirty="0"/>
              <a:t>Asa Brown, Calder Furminger, Daniel Sterne, Jacob Roberts, Wyatt Roberts. </a:t>
            </a:r>
          </a:p>
        </p:txBody>
      </p:sp>
      <p:pic>
        <p:nvPicPr>
          <p:cNvPr id="5" name="Graphic 4" descr="Angel face with solid fill with solid fill">
            <a:extLst>
              <a:ext uri="{FF2B5EF4-FFF2-40B4-BE49-F238E27FC236}">
                <a16:creationId xmlns:a16="http://schemas.microsoft.com/office/drawing/2014/main" id="{71E151F9-3708-02F6-491B-9366AD7C2E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23720" y="2587271"/>
            <a:ext cx="914400" cy="914400"/>
          </a:xfrm>
          <a:prstGeom prst="rect">
            <a:avLst/>
          </a:prstGeom>
        </p:spPr>
      </p:pic>
      <p:sp>
        <p:nvSpPr>
          <p:cNvPr id="6" name="TextBox 5">
            <a:extLst>
              <a:ext uri="{FF2B5EF4-FFF2-40B4-BE49-F238E27FC236}">
                <a16:creationId xmlns:a16="http://schemas.microsoft.com/office/drawing/2014/main" id="{6238A433-AE0E-2E79-7A1A-44BDDBEDB3AF}"/>
              </a:ext>
            </a:extLst>
          </p:cNvPr>
          <p:cNvSpPr txBox="1"/>
          <p:nvPr/>
        </p:nvSpPr>
        <p:spPr>
          <a:xfrm rot="14859769">
            <a:off x="1941630" y="1789709"/>
            <a:ext cx="2330961" cy="1878653"/>
          </a:xfrm>
          <a:prstGeom prst="rect">
            <a:avLst/>
          </a:prstGeom>
          <a:noFill/>
        </p:spPr>
        <p:txBody>
          <a:bodyPr wrap="square" rtlCol="0">
            <a:prstTxWarp prst="textArchDown">
              <a:avLst>
                <a:gd name="adj" fmla="val 16721170"/>
              </a:avLst>
            </a:prstTxWarp>
            <a:spAutoFit/>
          </a:bodyPr>
          <a:lstStyle/>
          <a:p>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We hope you make it!</a:t>
            </a:r>
          </a:p>
        </p:txBody>
      </p:sp>
    </p:spTree>
    <p:extLst>
      <p:ext uri="{BB962C8B-B14F-4D97-AF65-F5344CB8AC3E}">
        <p14:creationId xmlns:p14="http://schemas.microsoft.com/office/powerpoint/2010/main" val="3528752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D405FF-16BD-C64F-3C09-F3570ACB7DCE}"/>
              </a:ext>
            </a:extLst>
          </p:cNvPr>
          <p:cNvSpPr>
            <a:spLocks noGrp="1"/>
          </p:cNvSpPr>
          <p:nvPr>
            <p:ph type="title"/>
          </p:nvPr>
        </p:nvSpPr>
        <p:spPr>
          <a:xfrm>
            <a:off x="686834" y="1153572"/>
            <a:ext cx="3200400" cy="4461163"/>
          </a:xfrm>
        </p:spPr>
        <p:txBody>
          <a:bodyPr>
            <a:normAutofit/>
          </a:bodyPr>
          <a:lstStyle/>
          <a:p>
            <a:r>
              <a:rPr lang="en-US">
                <a:solidFill>
                  <a:srgbClr val="FFFFFF"/>
                </a:solidFill>
              </a:rPr>
              <a:t>Our topic: course registration SUCKs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1" name="Content Placeholder 2">
            <a:extLst>
              <a:ext uri="{FF2B5EF4-FFF2-40B4-BE49-F238E27FC236}">
                <a16:creationId xmlns:a16="http://schemas.microsoft.com/office/drawing/2014/main" id="{AE2D49E7-73AA-9E5D-1965-4688081F0CA3}"/>
              </a:ext>
            </a:extLst>
          </p:cNvPr>
          <p:cNvSpPr>
            <a:spLocks noGrp="1"/>
          </p:cNvSpPr>
          <p:nvPr>
            <p:ph idx="1"/>
          </p:nvPr>
        </p:nvSpPr>
        <p:spPr>
          <a:xfrm>
            <a:off x="4447308" y="591344"/>
            <a:ext cx="6906491" cy="5585619"/>
          </a:xfrm>
        </p:spPr>
        <p:txBody>
          <a:bodyPr anchor="ctr">
            <a:normAutofit/>
          </a:bodyPr>
          <a:lstStyle/>
          <a:p>
            <a:r>
              <a:rPr lang="en-US"/>
              <a:t>This is a real issue that effects real people</a:t>
            </a:r>
          </a:p>
          <a:p>
            <a:r>
              <a:rPr lang="en-US"/>
              <a:t>We talked with several students about how to improve it</a:t>
            </a:r>
          </a:p>
          <a:p>
            <a:r>
              <a:rPr lang="en-US"/>
              <a:t>Common topics included:</a:t>
            </a:r>
          </a:p>
          <a:p>
            <a:pPr lvl="1"/>
            <a:r>
              <a:rPr lang="en-US"/>
              <a:t>Needing to open two tabs to see current and prospective courses</a:t>
            </a:r>
          </a:p>
          <a:p>
            <a:pPr lvl="1"/>
            <a:r>
              <a:rPr lang="en-US"/>
              <a:t>Advising is helpful but inconvenient </a:t>
            </a:r>
          </a:p>
          <a:p>
            <a:pPr lvl="1"/>
            <a:r>
              <a:rPr lang="en-US"/>
              <a:t>Personalized course sequence planning</a:t>
            </a:r>
          </a:p>
          <a:p>
            <a:pPr lvl="1"/>
            <a:r>
              <a:rPr lang="en-US"/>
              <a:t>Prerequisites and other relevant course information not visible</a:t>
            </a:r>
          </a:p>
        </p:txBody>
      </p:sp>
    </p:spTree>
    <p:extLst>
      <p:ext uri="{BB962C8B-B14F-4D97-AF65-F5344CB8AC3E}">
        <p14:creationId xmlns:p14="http://schemas.microsoft.com/office/powerpoint/2010/main" val="3246260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93C985-2EC3-EB55-DADB-3092B3F0BDF8}"/>
              </a:ext>
            </a:extLst>
          </p:cNvPr>
          <p:cNvPicPr>
            <a:picLocks noGrp="1" noChangeAspect="1"/>
          </p:cNvPicPr>
          <p:nvPr>
            <p:ph idx="1"/>
          </p:nvPr>
        </p:nvPicPr>
        <p:blipFill>
          <a:blip r:embed="rId2"/>
          <a:srcRect r="6221" b="-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2B9F9C-F867-6053-720C-E02D2A48BFAA}"/>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Multi-screen functionality</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6" name="Multiplication Sign 5">
            <a:extLst>
              <a:ext uri="{FF2B5EF4-FFF2-40B4-BE49-F238E27FC236}">
                <a16:creationId xmlns:a16="http://schemas.microsoft.com/office/drawing/2014/main" id="{B3201C3A-0C30-45AD-15E2-C388B8690D68}"/>
              </a:ext>
            </a:extLst>
          </p:cNvPr>
          <p:cNvSpPr/>
          <p:nvPr/>
        </p:nvSpPr>
        <p:spPr>
          <a:xfrm>
            <a:off x="457200" y="683317"/>
            <a:ext cx="11668125" cy="5005100"/>
          </a:xfrm>
          <a:prstGeom prst="mathMultiply">
            <a:avLst/>
          </a:prstGeom>
          <a:solidFill>
            <a:srgbClr val="FFFF00"/>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b="1">
              <a:ln w="22225">
                <a:solidFill>
                  <a:schemeClr val="accent2"/>
                </a:solidFill>
                <a:prstDash val="solid"/>
              </a:ln>
              <a:solidFill>
                <a:srgbClr val="FFFF00"/>
              </a:solidFill>
            </a:endParaRPr>
          </a:p>
        </p:txBody>
      </p:sp>
      <p:cxnSp>
        <p:nvCxnSpPr>
          <p:cNvPr id="11" name="Straight Arrow Connector 10">
            <a:extLst>
              <a:ext uri="{FF2B5EF4-FFF2-40B4-BE49-F238E27FC236}">
                <a16:creationId xmlns:a16="http://schemas.microsoft.com/office/drawing/2014/main" id="{DC695817-34F8-96DF-82A4-6A741DDA54A1}"/>
              </a:ext>
            </a:extLst>
          </p:cNvPr>
          <p:cNvCxnSpPr/>
          <p:nvPr/>
        </p:nvCxnSpPr>
        <p:spPr>
          <a:xfrm flipH="1" flipV="1">
            <a:off x="9639759" y="1421176"/>
            <a:ext cx="1333041" cy="2379643"/>
          </a:xfrm>
          <a:prstGeom prst="straightConnector1">
            <a:avLst/>
          </a:prstGeom>
          <a:ln w="127000">
            <a:solidFill>
              <a:srgbClr val="FFFF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6C5D381-2D93-D415-554A-46589EED6550}"/>
              </a:ext>
            </a:extLst>
          </p:cNvPr>
          <p:cNvCxnSpPr>
            <a:cxnSpLocks/>
          </p:cNvCxnSpPr>
          <p:nvPr/>
        </p:nvCxnSpPr>
        <p:spPr>
          <a:xfrm flipV="1">
            <a:off x="1388126" y="1333435"/>
            <a:ext cx="1320188" cy="2728458"/>
          </a:xfrm>
          <a:prstGeom prst="straightConnector1">
            <a:avLst/>
          </a:prstGeom>
          <a:ln w="127000">
            <a:solidFill>
              <a:srgbClr val="FFFF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17E96B22-41C3-991F-BA09-A02E122994CF}"/>
              </a:ext>
            </a:extLst>
          </p:cNvPr>
          <p:cNvSpPr/>
          <p:nvPr/>
        </p:nvSpPr>
        <p:spPr>
          <a:xfrm>
            <a:off x="6510969" y="806943"/>
            <a:ext cx="5681031" cy="536060"/>
          </a:xfrm>
          <a:prstGeom prst="rect">
            <a:avLst/>
          </a:prstGeom>
          <a:solidFill>
            <a:schemeClr val="lt1">
              <a:alpha val="16000"/>
            </a:schemeClr>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6917B0E1-9F13-8F83-B142-ED5C6CC88EFB}"/>
              </a:ext>
            </a:extLst>
          </p:cNvPr>
          <p:cNvSpPr/>
          <p:nvPr/>
        </p:nvSpPr>
        <p:spPr>
          <a:xfrm>
            <a:off x="66675" y="795924"/>
            <a:ext cx="6377619" cy="536060"/>
          </a:xfrm>
          <a:prstGeom prst="rect">
            <a:avLst/>
          </a:prstGeom>
          <a:solidFill>
            <a:schemeClr val="lt1">
              <a:alpha val="16000"/>
            </a:schemeClr>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CAA153E0-87B2-8630-146A-36A7FAA3B0E0}"/>
              </a:ext>
            </a:extLst>
          </p:cNvPr>
          <p:cNvSpPr/>
          <p:nvPr/>
        </p:nvSpPr>
        <p:spPr>
          <a:xfrm>
            <a:off x="66675" y="1404760"/>
            <a:ext cx="1464670" cy="5453230"/>
          </a:xfrm>
          <a:prstGeom prst="rect">
            <a:avLst/>
          </a:prstGeom>
          <a:solidFill>
            <a:schemeClr val="lt1">
              <a:alpha val="16000"/>
            </a:schemeClr>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352F88BB-9820-A5F1-D011-E00C40F5D8DF}"/>
              </a:ext>
            </a:extLst>
          </p:cNvPr>
          <p:cNvSpPr/>
          <p:nvPr/>
        </p:nvSpPr>
        <p:spPr>
          <a:xfrm>
            <a:off x="6510969" y="1343003"/>
            <a:ext cx="1531345" cy="5453230"/>
          </a:xfrm>
          <a:prstGeom prst="rect">
            <a:avLst/>
          </a:prstGeom>
          <a:solidFill>
            <a:schemeClr val="lt1">
              <a:alpha val="16000"/>
            </a:schemeClr>
          </a:solid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69284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xit" presetSubtype="4" fill="hold" grpId="0" nodeType="clickEffect">
                                  <p:stCondLst>
                                    <p:cond delay="0"/>
                                  </p:stCondLst>
                                  <p:childTnLst>
                                    <p:anim calcmode="lin" valueType="num">
                                      <p:cBhvr additive="base">
                                        <p:cTn id="10" dur="500"/>
                                        <p:tgtEl>
                                          <p:spTgt spid="6"/>
                                        </p:tgtEl>
                                        <p:attrNameLst>
                                          <p:attrName>ppt_y</p:attrName>
                                        </p:attrNameLst>
                                      </p:cBhvr>
                                      <p:tavLst>
                                        <p:tav tm="0">
                                          <p:val>
                                            <p:strVal val="#ppt_y"/>
                                          </p:val>
                                        </p:tav>
                                        <p:tav tm="100000">
                                          <p:val>
                                            <p:strVal val="#ppt_y+#ppt_h*1.125000"/>
                                          </p:val>
                                        </p:tav>
                                      </p:tavLst>
                                    </p:anim>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par>
                                <p:cTn id="13" presetID="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16" presetClass="entr" presetSubtype="21"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barn(inVertical)">
                                      <p:cBhvr>
                                        <p:cTn id="23" dur="500"/>
                                        <p:tgtEl>
                                          <p:spTgt spid="16"/>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arn(inVertical)">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8" presetClass="emph" presetSubtype="0" fill="hold" nodeType="clickEffect">
                                  <p:stCondLst>
                                    <p:cond delay="0"/>
                                  </p:stCondLst>
                                  <p:childTnLst>
                                    <p:animRot by="-5400000">
                                      <p:cBhvr>
                                        <p:cTn id="30" dur="1000" fill="hold"/>
                                        <p:tgtEl>
                                          <p:spTgt spid="13"/>
                                        </p:tgtEl>
                                        <p:attrNameLst>
                                          <p:attrName>r</p:attrName>
                                        </p:attrNameLst>
                                      </p:cBhvr>
                                    </p:animRot>
                                  </p:childTnLst>
                                </p:cTn>
                              </p:par>
                              <p:par>
                                <p:cTn id="31" presetID="8" presetClass="emph" presetSubtype="0" fill="hold" nodeType="withEffect">
                                  <p:stCondLst>
                                    <p:cond delay="0"/>
                                  </p:stCondLst>
                                  <p:childTnLst>
                                    <p:animRot by="-3600000">
                                      <p:cBhvr>
                                        <p:cTn id="32" dur="1000" fill="hold"/>
                                        <p:tgtEl>
                                          <p:spTgt spid="11"/>
                                        </p:tgtEl>
                                        <p:attrNameLst>
                                          <p:attrName>r</p:attrName>
                                        </p:attrNameLst>
                                      </p:cBhvr>
                                    </p:animRot>
                                  </p:childTnLst>
                                </p:cTn>
                              </p:par>
                              <p:par>
                                <p:cTn id="33" presetID="42" presetClass="path" presetSubtype="0" accel="50000" decel="50000" fill="hold" nodeType="withEffect">
                                  <p:stCondLst>
                                    <p:cond delay="0"/>
                                  </p:stCondLst>
                                  <p:childTnLst>
                                    <p:animMotion origin="layout" path="M -2.5E-6 4.44444E-6 L -0.10937 0.05949 " pathEditMode="relative" rAng="0" ptsTypes="AA">
                                      <p:cBhvr>
                                        <p:cTn id="34" dur="2000" fill="hold"/>
                                        <p:tgtEl>
                                          <p:spTgt spid="11"/>
                                        </p:tgtEl>
                                        <p:attrNameLst>
                                          <p:attrName>ppt_x</p:attrName>
                                          <p:attrName>ppt_y</p:attrName>
                                        </p:attrNameLst>
                                      </p:cBhvr>
                                      <p:rCtr x="-5469" y="2963"/>
                                    </p:animMotion>
                                  </p:childTnLst>
                                </p:cTn>
                              </p:par>
                              <p:par>
                                <p:cTn id="35" presetID="16" presetClass="entr" presetSubtype="21"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arn(inVertical)">
                                      <p:cBhvr>
                                        <p:cTn id="37" dur="500"/>
                                        <p:tgtEl>
                                          <p:spTgt spid="23"/>
                                        </p:tgtEl>
                                      </p:cBhvr>
                                    </p:animEffect>
                                  </p:childTnLst>
                                </p:cTn>
                              </p:par>
                              <p:par>
                                <p:cTn id="38" presetID="16" presetClass="entr" presetSubtype="21"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barn(inVertical)">
                                      <p:cBhvr>
                                        <p:cTn id="40" dur="500"/>
                                        <p:tgtEl>
                                          <p:spTgt spid="24"/>
                                        </p:tgtEl>
                                      </p:cBhvr>
                                    </p:animEffect>
                                  </p:childTnLst>
                                </p:cTn>
                              </p:par>
                              <p:par>
                                <p:cTn id="41" presetID="16" presetClass="exit" presetSubtype="21" fill="hold" grpId="1" nodeType="withEffect">
                                  <p:stCondLst>
                                    <p:cond delay="0"/>
                                  </p:stCondLst>
                                  <p:childTnLst>
                                    <p:animEffect transition="out" filter="barn(inVertical)">
                                      <p:cBhvr>
                                        <p:cTn id="42" dur="500"/>
                                        <p:tgtEl>
                                          <p:spTgt spid="16"/>
                                        </p:tgtEl>
                                      </p:cBhvr>
                                    </p:animEffect>
                                    <p:set>
                                      <p:cBhvr>
                                        <p:cTn id="43" dur="1" fill="hold">
                                          <p:stCondLst>
                                            <p:cond delay="499"/>
                                          </p:stCondLst>
                                        </p:cTn>
                                        <p:tgtEl>
                                          <p:spTgt spid="16"/>
                                        </p:tgtEl>
                                        <p:attrNameLst>
                                          <p:attrName>style.visibility</p:attrName>
                                        </p:attrNameLst>
                                      </p:cBhvr>
                                      <p:to>
                                        <p:strVal val="hidden"/>
                                      </p:to>
                                    </p:set>
                                  </p:childTnLst>
                                </p:cTn>
                              </p:par>
                              <p:par>
                                <p:cTn id="44" presetID="16" presetClass="exit" presetSubtype="21" fill="hold" grpId="1" nodeType="withEffect">
                                  <p:stCondLst>
                                    <p:cond delay="0"/>
                                  </p:stCondLst>
                                  <p:childTnLst>
                                    <p:animEffect transition="out" filter="barn(inVertical)">
                                      <p:cBhvr>
                                        <p:cTn id="45" dur="500"/>
                                        <p:tgtEl>
                                          <p:spTgt spid="18"/>
                                        </p:tgtEl>
                                      </p:cBhvr>
                                    </p:animEffect>
                                    <p:set>
                                      <p:cBhvr>
                                        <p:cTn id="46" dur="1" fill="hold">
                                          <p:stCondLst>
                                            <p:cond delay="4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16" grpId="0" animBg="1"/>
      <p:bldP spid="16" grpId="1" animBg="1"/>
      <p:bldP spid="18" grpId="0" animBg="1"/>
      <p:bldP spid="18" grpId="1" animBg="1"/>
      <p:bldP spid="23"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70010-5243-24BA-E494-8ED6166E8211}"/>
              </a:ext>
            </a:extLst>
          </p:cNvPr>
          <p:cNvSpPr>
            <a:spLocks noGrp="1"/>
          </p:cNvSpPr>
          <p:nvPr>
            <p:ph type="title"/>
          </p:nvPr>
        </p:nvSpPr>
        <p:spPr/>
        <p:txBody>
          <a:bodyPr/>
          <a:lstStyle/>
          <a:p>
            <a:r>
              <a:rPr lang="en-US" dirty="0"/>
              <a:t>Put image of our </a:t>
            </a:r>
            <a:r>
              <a:rPr lang="en-US" dirty="0" err="1"/>
              <a:t>splitscreen</a:t>
            </a:r>
            <a:r>
              <a:rPr lang="en-US" dirty="0"/>
              <a:t> here</a:t>
            </a:r>
          </a:p>
        </p:txBody>
      </p:sp>
    </p:spTree>
    <p:extLst>
      <p:ext uri="{BB962C8B-B14F-4D97-AF65-F5344CB8AC3E}">
        <p14:creationId xmlns:p14="http://schemas.microsoft.com/office/powerpoint/2010/main" val="15838382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33ED2-2FE0-2D84-4567-165D2858CBC6}"/>
              </a:ext>
            </a:extLst>
          </p:cNvPr>
          <p:cNvSpPr>
            <a:spLocks noGrp="1"/>
          </p:cNvSpPr>
          <p:nvPr>
            <p:ph type="title"/>
          </p:nvPr>
        </p:nvSpPr>
        <p:spPr/>
        <p:txBody>
          <a:bodyPr/>
          <a:lstStyle/>
          <a:p>
            <a:r>
              <a:rPr lang="en-US" dirty="0"/>
              <a:t>AI advisor (hallucinations don’t exist what are you talking about)</a:t>
            </a:r>
          </a:p>
        </p:txBody>
      </p:sp>
      <p:sp>
        <p:nvSpPr>
          <p:cNvPr id="3" name="Content Placeholder 2">
            <a:extLst>
              <a:ext uri="{FF2B5EF4-FFF2-40B4-BE49-F238E27FC236}">
                <a16:creationId xmlns:a16="http://schemas.microsoft.com/office/drawing/2014/main" id="{CD8C4A33-ACE3-89C1-4AE6-ADFBA53AB21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57606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AAAB3-E484-E8EB-7B3E-6E25F3A28252}"/>
              </a:ext>
            </a:extLst>
          </p:cNvPr>
          <p:cNvSpPr>
            <a:spLocks noGrp="1"/>
          </p:cNvSpPr>
          <p:nvPr>
            <p:ph type="title"/>
          </p:nvPr>
        </p:nvSpPr>
        <p:spPr/>
        <p:txBody>
          <a:bodyPr/>
          <a:lstStyle/>
          <a:p>
            <a:r>
              <a:rPr lang="en-US" dirty="0"/>
              <a:t>Customizable course planner software!</a:t>
            </a:r>
          </a:p>
        </p:txBody>
      </p:sp>
      <p:sp>
        <p:nvSpPr>
          <p:cNvPr id="3" name="Content Placeholder 2">
            <a:extLst>
              <a:ext uri="{FF2B5EF4-FFF2-40B4-BE49-F238E27FC236}">
                <a16:creationId xmlns:a16="http://schemas.microsoft.com/office/drawing/2014/main" id="{167ABF96-518B-E31C-397C-3FE29B657D43}"/>
              </a:ext>
            </a:extLst>
          </p:cNvPr>
          <p:cNvSpPr>
            <a:spLocks noGrp="1"/>
          </p:cNvSpPr>
          <p:nvPr>
            <p:ph idx="1"/>
          </p:nvPr>
        </p:nvSpPr>
        <p:spPr/>
        <p:txBody>
          <a:bodyPr/>
          <a:lstStyle/>
          <a:p>
            <a:r>
              <a:rPr lang="en-US" dirty="0"/>
              <a:t>May make students more likely to remain with/choose LU</a:t>
            </a:r>
          </a:p>
        </p:txBody>
      </p:sp>
    </p:spTree>
    <p:extLst>
      <p:ext uri="{BB962C8B-B14F-4D97-AF65-F5344CB8AC3E}">
        <p14:creationId xmlns:p14="http://schemas.microsoft.com/office/powerpoint/2010/main" val="3872863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1E233-A118-C09D-2624-09955E55BF70}"/>
              </a:ext>
            </a:extLst>
          </p:cNvPr>
          <p:cNvSpPr>
            <a:spLocks noGrp="1"/>
          </p:cNvSpPr>
          <p:nvPr>
            <p:ph type="title"/>
          </p:nvPr>
        </p:nvSpPr>
        <p:spPr/>
        <p:txBody>
          <a:bodyPr/>
          <a:lstStyle/>
          <a:p>
            <a:r>
              <a:rPr lang="en-US" dirty="0"/>
              <a:t>More course information, and how to manage it!</a:t>
            </a:r>
          </a:p>
        </p:txBody>
      </p:sp>
      <p:sp>
        <p:nvSpPr>
          <p:cNvPr id="3" name="Content Placeholder 2">
            <a:extLst>
              <a:ext uri="{FF2B5EF4-FFF2-40B4-BE49-F238E27FC236}">
                <a16:creationId xmlns:a16="http://schemas.microsoft.com/office/drawing/2014/main" id="{C15BACF4-3F67-3001-DB61-8035FD2781A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26042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C4FDBE2-32F7-4AC4-A40C-C51C65B1D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tx1"/>
              </a:solidFill>
            </a:endParaRPr>
          </a:p>
        </p:txBody>
      </p:sp>
      <p:sp>
        <p:nvSpPr>
          <p:cNvPr id="2" name="Title 1">
            <a:extLst>
              <a:ext uri="{FF2B5EF4-FFF2-40B4-BE49-F238E27FC236}">
                <a16:creationId xmlns:a16="http://schemas.microsoft.com/office/drawing/2014/main" id="{14955692-3A28-3FA6-3394-82E47F0528CB}"/>
              </a:ext>
            </a:extLst>
          </p:cNvPr>
          <p:cNvSpPr>
            <a:spLocks noGrp="1"/>
          </p:cNvSpPr>
          <p:nvPr>
            <p:ph type="title"/>
          </p:nvPr>
        </p:nvSpPr>
        <p:spPr>
          <a:xfrm>
            <a:off x="4763933" y="3827844"/>
            <a:ext cx="6766405" cy="1168188"/>
          </a:xfrm>
        </p:spPr>
        <p:txBody>
          <a:bodyPr vert="horz" lIns="91440" tIns="45720" rIns="91440" bIns="45720" rtlCol="0" anchor="b">
            <a:normAutofit/>
          </a:bodyPr>
          <a:lstStyle/>
          <a:p>
            <a:pPr algn="ctr"/>
            <a:r>
              <a:rPr lang="en-US" sz="6000">
                <a:solidFill>
                  <a:srgbClr val="FFFFFE"/>
                </a:solidFill>
              </a:rPr>
              <a:t>Live Demo</a:t>
            </a:r>
          </a:p>
        </p:txBody>
      </p:sp>
      <p:sp>
        <p:nvSpPr>
          <p:cNvPr id="15" name="Freeform: Shape 14">
            <a:extLst>
              <a:ext uri="{FF2B5EF4-FFF2-40B4-BE49-F238E27FC236}">
                <a16:creationId xmlns:a16="http://schemas.microsoft.com/office/drawing/2014/main" id="{EBF4792E-DF83-4D24-9924-01EC30A32C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58512"/>
            <a:ext cx="3952259" cy="5932172"/>
          </a:xfrm>
          <a:custGeom>
            <a:avLst/>
            <a:gdLst>
              <a:gd name="connsiteX0" fmla="*/ 986173 w 3952259"/>
              <a:gd name="connsiteY0" fmla="*/ 0 h 5932172"/>
              <a:gd name="connsiteX1" fmla="*/ 3952259 w 3952259"/>
              <a:gd name="connsiteY1" fmla="*/ 2966086 h 5932172"/>
              <a:gd name="connsiteX2" fmla="*/ 986173 w 3952259"/>
              <a:gd name="connsiteY2" fmla="*/ 5932172 h 5932172"/>
              <a:gd name="connsiteX3" fmla="*/ 104150 w 3952259"/>
              <a:gd name="connsiteY3" fmla="*/ 5798823 h 5932172"/>
              <a:gd name="connsiteX4" fmla="*/ 0 w 3952259"/>
              <a:gd name="connsiteY4" fmla="*/ 5760704 h 5932172"/>
              <a:gd name="connsiteX5" fmla="*/ 0 w 3952259"/>
              <a:gd name="connsiteY5" fmla="*/ 171469 h 5932172"/>
              <a:gd name="connsiteX6" fmla="*/ 104150 w 3952259"/>
              <a:gd name="connsiteY6" fmla="*/ 133350 h 5932172"/>
              <a:gd name="connsiteX7" fmla="*/ 986173 w 3952259"/>
              <a:gd name="connsiteY7" fmla="*/ 0 h 5932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52259" h="5932172">
                <a:moveTo>
                  <a:pt x="986173" y="0"/>
                </a:moveTo>
                <a:cubicBezTo>
                  <a:pt x="2624297" y="0"/>
                  <a:pt x="3952259" y="1327962"/>
                  <a:pt x="3952259" y="2966086"/>
                </a:cubicBezTo>
                <a:cubicBezTo>
                  <a:pt x="3952259" y="4604210"/>
                  <a:pt x="2624297" y="5932172"/>
                  <a:pt x="986173" y="5932172"/>
                </a:cubicBezTo>
                <a:cubicBezTo>
                  <a:pt x="679025" y="5932172"/>
                  <a:pt x="382781" y="5885486"/>
                  <a:pt x="104150" y="5798823"/>
                </a:cubicBezTo>
                <a:lnTo>
                  <a:pt x="0" y="5760704"/>
                </a:lnTo>
                <a:lnTo>
                  <a:pt x="0" y="171469"/>
                </a:lnTo>
                <a:lnTo>
                  <a:pt x="104150" y="133350"/>
                </a:lnTo>
                <a:cubicBezTo>
                  <a:pt x="382781" y="46686"/>
                  <a:pt x="679025" y="0"/>
                  <a:pt x="98617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15837328-A57C-47AA-B520-C83F4A6BD1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58125" y="0"/>
            <a:ext cx="4475748" cy="3256337"/>
          </a:xfrm>
          <a:custGeom>
            <a:avLst/>
            <a:gdLst>
              <a:gd name="connsiteX0" fmla="*/ 246861 w 4475748"/>
              <a:gd name="connsiteY0" fmla="*/ 0 h 3256337"/>
              <a:gd name="connsiteX1" fmla="*/ 4228888 w 4475748"/>
              <a:gd name="connsiteY1" fmla="*/ 0 h 3256337"/>
              <a:gd name="connsiteX2" fmla="*/ 4299885 w 4475748"/>
              <a:gd name="connsiteY2" fmla="*/ 147382 h 3256337"/>
              <a:gd name="connsiteX3" fmla="*/ 4475748 w 4475748"/>
              <a:gd name="connsiteY3" fmla="*/ 1018463 h 3256337"/>
              <a:gd name="connsiteX4" fmla="*/ 2237874 w 4475748"/>
              <a:gd name="connsiteY4" fmla="*/ 3256337 h 3256337"/>
              <a:gd name="connsiteX5" fmla="*/ 0 w 4475748"/>
              <a:gd name="connsiteY5" fmla="*/ 1018463 h 3256337"/>
              <a:gd name="connsiteX6" fmla="*/ 175863 w 4475748"/>
              <a:gd name="connsiteY6" fmla="*/ 147382 h 3256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5748" h="3256337">
                <a:moveTo>
                  <a:pt x="246861" y="0"/>
                </a:moveTo>
                <a:lnTo>
                  <a:pt x="4228888" y="0"/>
                </a:lnTo>
                <a:lnTo>
                  <a:pt x="4299885" y="147382"/>
                </a:lnTo>
                <a:cubicBezTo>
                  <a:pt x="4413128" y="415117"/>
                  <a:pt x="4475748" y="709477"/>
                  <a:pt x="4475748" y="1018463"/>
                </a:cubicBezTo>
                <a:cubicBezTo>
                  <a:pt x="4475748" y="2254407"/>
                  <a:pt x="3473818" y="3256337"/>
                  <a:pt x="2237874" y="3256337"/>
                </a:cubicBezTo>
                <a:cubicBezTo>
                  <a:pt x="1001930" y="3256337"/>
                  <a:pt x="0" y="2254407"/>
                  <a:pt x="0" y="1018463"/>
                </a:cubicBezTo>
                <a:cubicBezTo>
                  <a:pt x="0" y="709477"/>
                  <a:pt x="62621" y="415117"/>
                  <a:pt x="175863" y="14738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Arc 18">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580241">
            <a:off x="-1784401" y="613620"/>
            <a:ext cx="6199926" cy="6199926"/>
          </a:xfrm>
          <a:prstGeom prst="arc">
            <a:avLst>
              <a:gd name="adj1" fmla="val 14455503"/>
              <a:gd name="adj2" fmla="val 18389131"/>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8" name="Graphic 7" descr="Touchscreen outline">
            <a:extLst>
              <a:ext uri="{FF2B5EF4-FFF2-40B4-BE49-F238E27FC236}">
                <a16:creationId xmlns:a16="http://schemas.microsoft.com/office/drawing/2014/main" id="{3DF16522-A98F-2ABB-70E5-6A5437943DD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8133" y="1876659"/>
            <a:ext cx="2972955" cy="2972955"/>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pic>
        <p:nvPicPr>
          <p:cNvPr id="4" name="Graphic 3" descr="Abacus outline">
            <a:extLst>
              <a:ext uri="{FF2B5EF4-FFF2-40B4-BE49-F238E27FC236}">
                <a16:creationId xmlns:a16="http://schemas.microsoft.com/office/drawing/2014/main" id="{BC4B1087-3191-E987-8CEC-6B012F1ADC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51980" y="133707"/>
            <a:ext cx="2488039" cy="2488039"/>
          </a:xfrm>
          <a:custGeom>
            <a:avLst/>
            <a:gdLst/>
            <a:ahLst/>
            <a:cxnLst/>
            <a:rect l="l" t="t" r="r" b="b"/>
            <a:pathLst>
              <a:path w="2487175" h="2487175">
                <a:moveTo>
                  <a:pt x="67328" y="0"/>
                </a:moveTo>
                <a:lnTo>
                  <a:pt x="2419847" y="0"/>
                </a:lnTo>
                <a:cubicBezTo>
                  <a:pt x="2457031" y="0"/>
                  <a:pt x="2487175" y="30144"/>
                  <a:pt x="2487175" y="67328"/>
                </a:cubicBezTo>
                <a:lnTo>
                  <a:pt x="2487175" y="2419847"/>
                </a:lnTo>
                <a:cubicBezTo>
                  <a:pt x="2487175" y="2457031"/>
                  <a:pt x="2457031" y="2487175"/>
                  <a:pt x="2419847" y="2487175"/>
                </a:cubicBezTo>
                <a:lnTo>
                  <a:pt x="67328" y="2487175"/>
                </a:lnTo>
                <a:cubicBezTo>
                  <a:pt x="30144" y="2487175"/>
                  <a:pt x="0" y="2457031"/>
                  <a:pt x="0" y="2419847"/>
                </a:cubicBezTo>
                <a:lnTo>
                  <a:pt x="0" y="67328"/>
                </a:lnTo>
                <a:cubicBezTo>
                  <a:pt x="0" y="30144"/>
                  <a:pt x="30144" y="0"/>
                  <a:pt x="67328" y="0"/>
                </a:cubicBezTo>
                <a:close/>
              </a:path>
            </a:pathLst>
          </a:custGeom>
        </p:spPr>
      </p:pic>
      <p:sp>
        <p:nvSpPr>
          <p:cNvPr id="21" name="Freeform: Shape 20">
            <a:extLst>
              <a:ext uri="{FF2B5EF4-FFF2-40B4-BE49-F238E27FC236}">
                <a16:creationId xmlns:a16="http://schemas.microsoft.com/office/drawing/2014/main" id="{8A03A6A2-7849-4179-B68F-C11DDDB23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1078" y="0"/>
            <a:ext cx="3440922" cy="3674631"/>
          </a:xfrm>
          <a:custGeom>
            <a:avLst/>
            <a:gdLst>
              <a:gd name="connsiteX0" fmla="*/ 523074 w 3440922"/>
              <a:gd name="connsiteY0" fmla="*/ 0 h 3674631"/>
              <a:gd name="connsiteX1" fmla="*/ 3440922 w 3440922"/>
              <a:gd name="connsiteY1" fmla="*/ 0 h 3674631"/>
              <a:gd name="connsiteX2" fmla="*/ 3440922 w 3440922"/>
              <a:gd name="connsiteY2" fmla="*/ 3321701 h 3674631"/>
              <a:gd name="connsiteX3" fmla="*/ 3304578 w 3440922"/>
              <a:gd name="connsiteY3" fmla="*/ 3404532 h 3674631"/>
              <a:gd name="connsiteX4" fmla="*/ 2237874 w 3440922"/>
              <a:gd name="connsiteY4" fmla="*/ 3674631 h 3674631"/>
              <a:gd name="connsiteX5" fmla="*/ 0 w 3440922"/>
              <a:gd name="connsiteY5" fmla="*/ 1436757 h 3674631"/>
              <a:gd name="connsiteX6" fmla="*/ 511022 w 3440922"/>
              <a:gd name="connsiteY6" fmla="*/ 13261 h 367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0922" h="3674631">
                <a:moveTo>
                  <a:pt x="523074" y="0"/>
                </a:moveTo>
                <a:lnTo>
                  <a:pt x="3440922" y="0"/>
                </a:lnTo>
                <a:lnTo>
                  <a:pt x="3440922" y="3321701"/>
                </a:lnTo>
                <a:lnTo>
                  <a:pt x="3304578" y="3404532"/>
                </a:lnTo>
                <a:cubicBezTo>
                  <a:pt x="2987486" y="3576786"/>
                  <a:pt x="2624107" y="3674631"/>
                  <a:pt x="2237874" y="3674631"/>
                </a:cubicBezTo>
                <a:cubicBezTo>
                  <a:pt x="1001930" y="3674631"/>
                  <a:pt x="0" y="2672701"/>
                  <a:pt x="0" y="1436757"/>
                </a:cubicBezTo>
                <a:cubicBezTo>
                  <a:pt x="0" y="896032"/>
                  <a:pt x="191776" y="400098"/>
                  <a:pt x="511022" y="1326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Graphic 5" descr="Projector screen outline">
            <a:extLst>
              <a:ext uri="{FF2B5EF4-FFF2-40B4-BE49-F238E27FC236}">
                <a16:creationId xmlns:a16="http://schemas.microsoft.com/office/drawing/2014/main" id="{7FE7CC56-276D-BB01-2A87-3D8470842F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42995" y="407063"/>
            <a:ext cx="2378947" cy="237894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p:spPr>
      </p:pic>
      <p:sp>
        <p:nvSpPr>
          <p:cNvPr id="9" name="TextBox 8">
            <a:extLst>
              <a:ext uri="{FF2B5EF4-FFF2-40B4-BE49-F238E27FC236}">
                <a16:creationId xmlns:a16="http://schemas.microsoft.com/office/drawing/2014/main" id="{C31B531B-1286-111B-3814-FDFF92D94BE7}"/>
              </a:ext>
            </a:extLst>
          </p:cNvPr>
          <p:cNvSpPr txBox="1"/>
          <p:nvPr/>
        </p:nvSpPr>
        <p:spPr>
          <a:xfrm>
            <a:off x="5918886" y="4996032"/>
            <a:ext cx="5214552" cy="646331"/>
          </a:xfrm>
          <a:prstGeom prst="rect">
            <a:avLst/>
          </a:prstGeom>
          <a:noFill/>
        </p:spPr>
        <p:txBody>
          <a:bodyPr wrap="square" rtlCol="0">
            <a:spAutoFit/>
          </a:bodyPr>
          <a:lstStyle/>
          <a:p>
            <a:r>
              <a:rPr lang="en-US" dirty="0"/>
              <a:t>Link goes here [have a live server that they can play around with but that we also then </a:t>
            </a:r>
            <a:r>
              <a:rPr lang="en-US"/>
              <a:t>tab over to]</a:t>
            </a:r>
            <a:endParaRPr lang="en-US" dirty="0"/>
          </a:p>
        </p:txBody>
      </p:sp>
    </p:spTree>
    <p:extLst>
      <p:ext uri="{BB962C8B-B14F-4D97-AF65-F5344CB8AC3E}">
        <p14:creationId xmlns:p14="http://schemas.microsoft.com/office/powerpoint/2010/main" val="3406980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TotalTime>
  <Words>187</Words>
  <Application>Microsoft Office PowerPoint</Application>
  <PresentationFormat>Widescreen</PresentationFormat>
  <Paragraphs>19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The art and science of developing interesting solutions for the human oriented improvement of society, ecosystems, information technology, and actionable insightful synergistic reformation of culture, or the spicy tomato five for short. </vt:lpstr>
      <vt:lpstr>Our topic: course registration SUCKs</vt:lpstr>
      <vt:lpstr>Multi-screen functionality</vt:lpstr>
      <vt:lpstr>Put image of our splitscreen here</vt:lpstr>
      <vt:lpstr>AI advisor (hallucinations don’t exist what are you talking about)</vt:lpstr>
      <vt:lpstr>Customizable course planner software!</vt:lpstr>
      <vt:lpstr>More course information, and how to manage it!</vt:lpstr>
      <vt:lpstr>Live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imnot tellingyouthat</dc:creator>
  <cp:lastModifiedBy>imnot tellingyouthat</cp:lastModifiedBy>
  <cp:revision>1</cp:revision>
  <dcterms:created xsi:type="dcterms:W3CDTF">2026-10-06T19:04:19Z</dcterms:created>
  <dcterms:modified xsi:type="dcterms:W3CDTF">2026-10-10T01:20:14Z</dcterms:modified>
</cp:coreProperties>
</file>